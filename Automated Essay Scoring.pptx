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216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1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92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6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07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11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16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67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67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6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A79A5-B7D4-4B14-A431-A06D1AAA8228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278F233-E8A5-4117-A7AC-1965E6E749E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54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2A3F-23D1-8567-CEA5-C8E503194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Automated Essay Scoring System using Natural Language Processing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3513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E8AC-3238-5D25-B937-6474C9E19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28051-B8E5-B9E9-7C07-D94A2260B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project mainly aims to score student written essay using ai and machine learning algorithms.</a:t>
            </a:r>
          </a:p>
          <a:p>
            <a:r>
              <a:rPr lang="en-IN" dirty="0"/>
              <a:t>We select the best algorithm which can be used for our dataset.</a:t>
            </a:r>
          </a:p>
          <a:p>
            <a:r>
              <a:rPr lang="en-IN" dirty="0"/>
              <a:t>The result is a website which provides a user interface to use and apply the algorithm for scoring.</a:t>
            </a:r>
          </a:p>
        </p:txBody>
      </p:sp>
    </p:spTree>
    <p:extLst>
      <p:ext uri="{BB962C8B-B14F-4D97-AF65-F5344CB8AC3E}">
        <p14:creationId xmlns:p14="http://schemas.microsoft.com/office/powerpoint/2010/main" val="281511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ACF7-DBD3-4429-29A5-C8BD62AC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846DF-CCDB-BC05-D5DB-332500C3F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 have carried our the project flow in a step by step procedure. The steps are: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Collection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Data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Applying machine learning algorithms and model selection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Model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93721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9C6D-5891-520C-CB93-B1376C3DD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B4DED-A70E-262D-33F7-179FAFB2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 have used many data sources for this project.</a:t>
            </a:r>
          </a:p>
          <a:p>
            <a:r>
              <a:rPr lang="en-IN" dirty="0"/>
              <a:t>Some of the data sources include Kaggle, GitHub and other blogs.</a:t>
            </a:r>
          </a:p>
          <a:p>
            <a:r>
              <a:rPr lang="en-IN" dirty="0"/>
              <a:t>I have selected the dataset from Kaggle for this analysis.</a:t>
            </a:r>
          </a:p>
          <a:p>
            <a:r>
              <a:rPr lang="en-IN" dirty="0"/>
              <a:t>We have 24729 records and 14 columns which contains essays, scores, ids, question and other metrics.</a:t>
            </a:r>
          </a:p>
          <a:p>
            <a:r>
              <a:rPr lang="en-IN" dirty="0"/>
              <a:t>We have manly used essay and score metrics for the analysis.</a:t>
            </a:r>
          </a:p>
        </p:txBody>
      </p:sp>
    </p:spTree>
    <p:extLst>
      <p:ext uri="{BB962C8B-B14F-4D97-AF65-F5344CB8AC3E}">
        <p14:creationId xmlns:p14="http://schemas.microsoft.com/office/powerpoint/2010/main" val="402566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4723-F686-0DCB-1D1B-F7A8CEF0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D798-F487-03E7-C7C6-A6449A8D3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this step we have pre-processed the essay column of the dataset.</a:t>
            </a:r>
          </a:p>
          <a:p>
            <a:r>
              <a:rPr lang="en-IN" dirty="0"/>
              <a:t>Firstly turned all the letters of the dataset to lowercase.</a:t>
            </a:r>
          </a:p>
          <a:p>
            <a:r>
              <a:rPr lang="en-IN" dirty="0"/>
              <a:t>Removed special characters.</a:t>
            </a:r>
          </a:p>
          <a:p>
            <a:r>
              <a:rPr lang="en-IN" dirty="0"/>
              <a:t>Then comes tokenizing</a:t>
            </a:r>
          </a:p>
          <a:p>
            <a:r>
              <a:rPr lang="en-IN" dirty="0"/>
              <a:t>Lastly we have removed stop words like ‘a’, ’is’, ’the’.</a:t>
            </a:r>
          </a:p>
        </p:txBody>
      </p:sp>
    </p:spTree>
    <p:extLst>
      <p:ext uri="{BB962C8B-B14F-4D97-AF65-F5344CB8AC3E}">
        <p14:creationId xmlns:p14="http://schemas.microsoft.com/office/powerpoint/2010/main" val="1610980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E35D-23C2-41D4-69ED-BBA7483A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298BB-948A-7759-0BA5-553D9A735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Long Short-Term Memory is a neural network based algorithm which is used for natural language processing.</a:t>
            </a:r>
          </a:p>
          <a:p>
            <a:r>
              <a:rPr lang="en-US" dirty="0"/>
              <a:t>We have an embedding layer, two LSTM layers, dropout for regularization, and fully connected dense layers in this algorithm.</a:t>
            </a:r>
          </a:p>
          <a:p>
            <a:r>
              <a:rPr lang="en-US" dirty="0"/>
              <a:t>Used Mean Squared Error (MSE) for regression and Adam optimizer for optimization.</a:t>
            </a:r>
          </a:p>
          <a:p>
            <a:r>
              <a:rPr lang="en-US" dirty="0"/>
              <a:t>This algorithm Cleans, tokenizes, pads, and predicts essay scores.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00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4621-5CB4-7BFF-D797-72A41B95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XGboost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5935-FF93-6DE2-FFD1-FF1159BCF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Is </a:t>
            </a:r>
            <a:r>
              <a:rPr lang="en-IN" dirty="0" err="1"/>
              <a:t>is</a:t>
            </a:r>
            <a:r>
              <a:rPr lang="en-IN" dirty="0"/>
              <a:t> the other machine learning algorithm which can be used for natural language processing.</a:t>
            </a:r>
          </a:p>
          <a:p>
            <a:r>
              <a:rPr lang="en-IN" dirty="0"/>
              <a:t>For this algorithm we have </a:t>
            </a:r>
            <a:r>
              <a:rPr lang="en-US" dirty="0"/>
              <a:t>Split the data into training (80%) and testing (20%) sets.</a:t>
            </a:r>
          </a:p>
          <a:p>
            <a:r>
              <a:rPr lang="en-US" dirty="0"/>
              <a:t>We have converted text into numerical representations using </a:t>
            </a:r>
            <a:r>
              <a:rPr lang="en-US" b="1" dirty="0"/>
              <a:t>TF-IDF (Term Frequency-Inverse Document Frequency)</a:t>
            </a:r>
            <a:r>
              <a:rPr lang="en-US" dirty="0"/>
              <a:t>.</a:t>
            </a:r>
          </a:p>
          <a:p>
            <a:r>
              <a:rPr lang="en-US" dirty="0"/>
              <a:t>Later we have trained and tested the algorithm. Used Mean Squared Error to test.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44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CD19-98F9-517E-76E8-B6E7FD46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metrics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354E5-6A4B-23AA-9957-5975A231F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2 algorithms which we used until now are evaluated using mean squared error metric.</a:t>
            </a:r>
          </a:p>
          <a:p>
            <a:r>
              <a:rPr lang="en-IN" dirty="0"/>
              <a:t>LSTM has a average of 0.02 mse value.</a:t>
            </a:r>
          </a:p>
          <a:p>
            <a:r>
              <a:rPr lang="en-IN" dirty="0"/>
              <a:t>Xgboost has 0.409 mse value.</a:t>
            </a:r>
          </a:p>
          <a:p>
            <a:r>
              <a:rPr lang="en-IN" dirty="0"/>
              <a:t>Therefore LSTM is a better fit for our data.</a:t>
            </a:r>
          </a:p>
        </p:txBody>
      </p:sp>
    </p:spTree>
    <p:extLst>
      <p:ext uri="{BB962C8B-B14F-4D97-AF65-F5344CB8AC3E}">
        <p14:creationId xmlns:p14="http://schemas.microsoft.com/office/powerpoint/2010/main" val="229018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38880-854D-6910-F43F-09B7109C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44983-037F-E3D6-914F-8D3F7AC12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Working on developing a better algorithm for our dataset.</a:t>
            </a:r>
          </a:p>
          <a:p>
            <a:r>
              <a:rPr lang="en-IN" dirty="0"/>
              <a:t>Have to develop a user interface for the algorithm we are using.</a:t>
            </a:r>
          </a:p>
        </p:txBody>
      </p:sp>
    </p:spTree>
    <p:extLst>
      <p:ext uri="{BB962C8B-B14F-4D97-AF65-F5344CB8AC3E}">
        <p14:creationId xmlns:p14="http://schemas.microsoft.com/office/powerpoint/2010/main" val="209723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6AFF-7C71-1E5C-6204-FBDABDAF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81499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229</TotalTime>
  <Words>416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Times New Roman</vt:lpstr>
      <vt:lpstr>Gallery</vt:lpstr>
      <vt:lpstr>Automated Essay Scoring System using Natural Language Processing</vt:lpstr>
      <vt:lpstr>Introduction</vt:lpstr>
      <vt:lpstr>Process </vt:lpstr>
      <vt:lpstr>Data Collection </vt:lpstr>
      <vt:lpstr>Data Preprocessing</vt:lpstr>
      <vt:lpstr>LSTM</vt:lpstr>
      <vt:lpstr>XGboost</vt:lpstr>
      <vt:lpstr>Error metrics </vt:lpstr>
      <vt:lpstr>Future works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m</dc:creator>
  <cp:lastModifiedBy>Aditya m</cp:lastModifiedBy>
  <cp:revision>3</cp:revision>
  <dcterms:created xsi:type="dcterms:W3CDTF">2025-03-31T09:54:56Z</dcterms:created>
  <dcterms:modified xsi:type="dcterms:W3CDTF">2025-03-31T13:44:39Z</dcterms:modified>
</cp:coreProperties>
</file>